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5047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10058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151515"/>
                </a:solidFill>
              </a:rPr>
              <a:t>TERRA FIT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pic>
        <p:nvPicPr>
          <p:cNvPr id="5" name="Image 0" descr="/home/claude/terrafit-ppt/Screenshot_2026-06-08_0113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457200"/>
            <a:ext cx="420624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457200"/>
            <a:ext cx="731520" cy="25603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54880" y="457200"/>
            <a:ext cx="4206240" cy="2560320"/>
          </a:xfrm>
          <a:prstGeom prst="rect">
            <a:avLst/>
          </a:prstGeom>
          <a:solidFill>
            <a:srgbClr val="0A0A0A">
              <a:alpha val="30000"/>
            </a:srgbClr>
          </a:solidFill>
          <a:ln w="12700">
            <a:solidFill>
              <a:srgbClr val="C8F000"/>
            </a:solidFill>
            <a:prstDash val="solid"/>
          </a:ln>
        </p:spPr>
      </p:sp>
      <p:pic>
        <p:nvPicPr>
          <p:cNvPr id="8" name="Image 1" descr="/home/claude/terrafit-ppt/Screenshot_2026-06-08_0113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00600" y="475488"/>
            <a:ext cx="4114800" cy="2523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548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800" dirty="0">
                <a:solidFill>
                  <a:srgbClr val="C8F000"/>
                </a:solidFill>
              </a:rPr>
              <a:t>TERRA FIT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45720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500" dirty="0">
                <a:solidFill>
                  <a:srgbClr val="CCCCCC"/>
                </a:solidFill>
              </a:rPr>
              <a:t>PREMIUM ACTIVEWEAR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1627632"/>
            <a:ext cx="2011680" cy="2743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E-Commerce Platform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57200" y="2377440"/>
            <a:ext cx="86868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000"/>
                </a:solidFill>
              </a:rPr>
              <a:t>Next.js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417320" y="2377440"/>
            <a:ext cx="86868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41732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000"/>
                </a:solidFill>
              </a:rPr>
              <a:t>Node.js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377440" y="2377440"/>
            <a:ext cx="86868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37744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000"/>
                </a:solidFill>
              </a:rPr>
              <a:t>MySQL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337560" y="2377440"/>
            <a:ext cx="86868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3756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000"/>
                </a:solidFill>
              </a:rPr>
              <a:t>Razorpay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93776" y="3054096"/>
            <a:ext cx="8229600" cy="17373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57200" y="3017520"/>
            <a:ext cx="822960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0080" y="3154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F000"/>
                </a:solidFill>
              </a:rPr>
              <a:t>FULL-STACK PROJECT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40080" y="3474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</a:rPr>
              <a:t>A production-ready e-commerce web application for premium fitness activewear, featuring secure authentication, live payment processing, and automated order management.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40080" y="44348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</a:rPr>
              <a:t>Tech Stack: Next.js · Node.js · Express · MySQL · Sequelize · Razorpay · Google OAuth · Brevo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581912" cy="25603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0A"/>
                </a:solidFill>
              </a:rPr>
              <a:t>01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93776" y="1271016"/>
            <a:ext cx="5303520" cy="18288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30352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36576" cy="182880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F000"/>
                </a:solidFill>
              </a:rPr>
              <a:t>ABSTRACT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</a:rPr>
              <a:t>TerraFit is a full-stack e-commerce platform for selling premium activewear online. It provides a seamless shopping experience with secure authentication, product browsing, cart management, and integrated payment processing via Razorpay.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0176" y="1271016"/>
            <a:ext cx="2743200" cy="5943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234440"/>
            <a:ext cx="27432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234440"/>
            <a:ext cx="36576" cy="59436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801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F000"/>
                </a:solidFill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289304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Servers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(Frontend + Backend)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0176" y="1929384"/>
            <a:ext cx="2743200" cy="5943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1892808"/>
            <a:ext cx="27432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892808"/>
            <a:ext cx="36576" cy="59436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938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F000"/>
                </a:solidFill>
              </a:rPr>
              <a:t>7+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0" y="1947672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Integrated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APIs &amp; Services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0176" y="2587752"/>
            <a:ext cx="2743200" cy="5943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551176"/>
            <a:ext cx="274320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551176"/>
            <a:ext cx="36576" cy="59436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59689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F000"/>
                </a:solidFill>
              </a:rPr>
              <a:t>14+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858000" y="2606040"/>
            <a:ext cx="17373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Pages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Routes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" y="3282696"/>
            <a:ext cx="1965960" cy="16002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246120"/>
            <a:ext cx="196596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246120"/>
            <a:ext cx="36576" cy="160020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3858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JWT + Google OAuth + OTP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96896" y="3282696"/>
            <a:ext cx="1965960" cy="16002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0" y="3246120"/>
            <a:ext cx="196596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0" y="3246120"/>
            <a:ext cx="36576" cy="160020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5176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2651760" y="3858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Payments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651760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Razorpay Live INR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0016" y="3282696"/>
            <a:ext cx="1965960" cy="16002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246120"/>
            <a:ext cx="196596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246120"/>
            <a:ext cx="36576" cy="160020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754880" y="3858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Sheets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754880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Auto Order Sync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03136" y="3282696"/>
            <a:ext cx="1965960" cy="16002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3246120"/>
            <a:ext cx="196596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66560" y="3246120"/>
            <a:ext cx="36576" cy="160020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858000" y="3858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Email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858000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</a:rPr>
              <a:t>Brevo Transactional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581912" cy="25603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0A"/>
                </a:solidFill>
              </a:rPr>
              <a:t>02 HOMEPAGE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Home Page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078992"/>
            <a:ext cx="5486400" cy="32004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00" cy="3200400"/>
          </a:xfrm>
          <a:prstGeom prst="rect">
            <a:avLst/>
          </a:prstGeom>
          <a:solidFill>
            <a:srgbClr val="272727"/>
          </a:solidFill>
          <a:ln w="25400">
            <a:solidFill>
              <a:srgbClr val="C8F000"/>
            </a:solidFill>
            <a:prstDash val="solid"/>
          </a:ln>
        </p:spPr>
      </p:sp>
      <p:pic>
        <p:nvPicPr>
          <p:cNvPr id="8" name="Image 0" descr="/home/claude/terrafit-ppt/Screenshot_2026-06-08_0113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024128"/>
            <a:ext cx="5449824" cy="31638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02412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</a:rPr>
              <a:t>● ● ●   localhost:3000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63056" y="1042416"/>
            <a:ext cx="2834640" cy="77724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1005840"/>
            <a:ext cx="283464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1005840"/>
            <a:ext cx="36576" cy="77724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1051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F000"/>
                </a:solidFill>
              </a:rPr>
              <a:t>HERO SECTION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0936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"Wear Your Story" — 2026 Collection with bold CTA buttons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63056" y="1956816"/>
            <a:ext cx="2834640" cy="77724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6480" y="1920240"/>
            <a:ext cx="283464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1920240"/>
            <a:ext cx="36576" cy="77724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F000"/>
                </a:solidFill>
              </a:rPr>
              <a:t>NAVIGATION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0936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Shoes · Apparel · All Gear · Login · Cart with badge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163056" y="2871216"/>
            <a:ext cx="2834640" cy="77724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26480" y="2834640"/>
            <a:ext cx="283464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26480" y="2834640"/>
            <a:ext cx="36576" cy="77724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F000"/>
                </a:solidFill>
              </a:rPr>
              <a:t>ANNOUNCEMENT BAR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0936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Easy 7-day returns policy displayed prominently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63056" y="3785616"/>
            <a:ext cx="2834640" cy="77724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26480" y="3749040"/>
            <a:ext cx="283464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26480" y="3749040"/>
            <a:ext cx="36576" cy="77724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8F000"/>
                </a:solidFill>
              </a:rPr>
              <a:t>COLLECTION BADGES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30936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Panda Edition drop · All Products quick link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2414016" cy="25603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0A"/>
                </a:solidFill>
              </a:rPr>
              <a:t>03 PRODUCT CATALOG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Product Pages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115568"/>
            <a:ext cx="4114800" cy="28346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42416"/>
            <a:ext cx="4114800" cy="2834640"/>
          </a:xfrm>
          <a:prstGeom prst="rect">
            <a:avLst/>
          </a:prstGeom>
          <a:solidFill>
            <a:srgbClr val="1A1A1A"/>
          </a:solidFill>
          <a:ln w="25400">
            <a:solidFill>
              <a:srgbClr val="C8F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42416"/>
            <a:ext cx="411480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6070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</a:rPr>
              <a:t>● ● ●   /products</a:t>
            </a:r>
            <a:endParaRPr lang="en-US" sz="800" dirty="0"/>
          </a:p>
        </p:txBody>
      </p:sp>
      <p:pic>
        <p:nvPicPr>
          <p:cNvPr id="10" name="Image 0" descr="/home/claude/terrafit-ppt/Screenshot_2026-06-08_01234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316736"/>
            <a:ext cx="4078224" cy="2542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36592" y="1115568"/>
            <a:ext cx="3931920" cy="283464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63440" y="1042416"/>
            <a:ext cx="3931920" cy="2834640"/>
          </a:xfrm>
          <a:prstGeom prst="rect">
            <a:avLst/>
          </a:prstGeom>
          <a:solidFill>
            <a:srgbClr val="1A1A1A"/>
          </a:solidFill>
          <a:ln w="25400">
            <a:solidFill>
              <a:srgbClr val="2727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042416"/>
            <a:ext cx="393192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09160" y="10607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</a:rPr>
              <a:t>● ● ●   /products/22</a:t>
            </a:r>
            <a:endParaRPr lang="en-US" sz="800" dirty="0"/>
          </a:p>
        </p:txBody>
      </p:sp>
      <p:pic>
        <p:nvPicPr>
          <p:cNvPr id="15" name="Image 1" descr="/home/claude/terrafit-ppt/Screenshot_2026-06-08_01154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1728" y="1316736"/>
            <a:ext cx="3895344" cy="2542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" y="4023360"/>
            <a:ext cx="397764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4023360"/>
            <a:ext cx="36576" cy="34747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4023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Filter by ALL · MEN'S · WOMEN'S · SHOES · APPAREL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4480560"/>
            <a:ext cx="397764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4480560"/>
            <a:ext cx="36576" cy="34747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" y="4480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Size Selector: S / M / L / XL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663440" y="4023360"/>
            <a:ext cx="397764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63440" y="4023360"/>
            <a:ext cx="36576" cy="34747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46320" y="40233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Add to Cart + View Cart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663440" y="4480560"/>
            <a:ext cx="397764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63440" y="4480560"/>
            <a:ext cx="36576" cy="34747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46320" y="4480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Price in INR ₹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2414016" cy="25603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0A"/>
                </a:solidFill>
              </a:rPr>
              <a:t>04 CART &amp; CHECKOUT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Cart &amp; Payment Flow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115568"/>
            <a:ext cx="4846320" cy="292608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42416"/>
            <a:ext cx="4846320" cy="2926080"/>
          </a:xfrm>
          <a:prstGeom prst="rect">
            <a:avLst/>
          </a:prstGeom>
          <a:solidFill>
            <a:srgbClr val="1A1A1A"/>
          </a:solidFill>
          <a:ln w="25400">
            <a:solidFill>
              <a:srgbClr val="C8F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42416"/>
            <a:ext cx="484632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607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</a:rPr>
              <a:t>● ● ●   /cart</a:t>
            </a:r>
            <a:endParaRPr lang="en-US" sz="800" dirty="0"/>
          </a:p>
        </p:txBody>
      </p:sp>
      <p:pic>
        <p:nvPicPr>
          <p:cNvPr id="10" name="Image 0" descr="/home/claude/terrafit-ppt/Screenshot_2026-06-08_01233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316736"/>
            <a:ext cx="4809744" cy="2633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3212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F000"/>
                </a:solidFill>
              </a:rPr>
              <a:t>CHECKOUT FLOW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32120" y="1371600"/>
            <a:ext cx="33832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7840" y="1417320"/>
            <a:ext cx="347472" cy="347472"/>
          </a:xfrm>
          <a:prstGeom prst="ellipse">
            <a:avLst/>
          </a:prstGeom>
          <a:solidFill>
            <a:srgbClr val="272727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89320" y="13990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 to Cart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89320" y="16093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</a:rPr>
              <a:t>Select size &amp; quantity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733288" y="1874520"/>
            <a:ext cx="36576" cy="64008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32120" y="1938528"/>
            <a:ext cx="33832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77840" y="1984248"/>
            <a:ext cx="347472" cy="347472"/>
          </a:xfrm>
          <a:prstGeom prst="ellipse">
            <a:avLst/>
          </a:prstGeom>
          <a:solidFill>
            <a:srgbClr val="272727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989320" y="19659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Checkout Form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89320" y="21762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</a:rPr>
              <a:t>Shipping details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733288" y="2441448"/>
            <a:ext cx="36576" cy="64008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32120" y="2505456"/>
            <a:ext cx="3383280" cy="502920"/>
          </a:xfrm>
          <a:prstGeom prst="rect">
            <a:avLst/>
          </a:prstGeom>
          <a:solidFill>
            <a:srgbClr val="1A1A1A"/>
          </a:solidFill>
          <a:ln w="25400">
            <a:solidFill>
              <a:srgbClr val="C8F0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577840" y="2551176"/>
            <a:ext cx="347472" cy="347472"/>
          </a:xfrm>
          <a:prstGeom prst="ellipse">
            <a:avLst/>
          </a:prstGeom>
          <a:solidFill>
            <a:srgbClr val="C8F000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77840" y="2551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A0A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89320" y="25328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Razorpay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989320" y="27432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</a:rPr>
              <a:t>UPI · Cards · Netbanking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733288" y="3008376"/>
            <a:ext cx="36576" cy="64008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532120" y="3072384"/>
            <a:ext cx="33832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577840" y="3118104"/>
            <a:ext cx="347472" cy="347472"/>
          </a:xfrm>
          <a:prstGeom prst="ellipse">
            <a:avLst/>
          </a:prstGeom>
          <a:solidFill>
            <a:srgbClr val="272727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77840" y="3118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989320" y="30998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Verify Payment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989320" y="331012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</a:rPr>
              <a:t>HMAC signature check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733288" y="3575304"/>
            <a:ext cx="36576" cy="64008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532120" y="3639312"/>
            <a:ext cx="338328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577840" y="3685032"/>
            <a:ext cx="347472" cy="347472"/>
          </a:xfrm>
          <a:prstGeom prst="ellipse">
            <a:avLst/>
          </a:prstGeom>
          <a:solidFill>
            <a:srgbClr val="272727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57784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989320" y="36667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Order Saved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989320" y="38770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</a:rPr>
              <a:t>DB + Google Sheets sync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2295144" cy="25603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0A"/>
                </a:solidFill>
              </a:rPr>
              <a:t>05 AUTHENTICATION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User Authentication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115568"/>
            <a:ext cx="3657600" cy="27432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42416"/>
            <a:ext cx="3657600" cy="2743200"/>
          </a:xfrm>
          <a:prstGeom prst="rect">
            <a:avLst/>
          </a:prstGeom>
          <a:solidFill>
            <a:srgbClr val="1A1A1A"/>
          </a:solidFill>
          <a:ln w="25400">
            <a:solidFill>
              <a:srgbClr val="C8F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42416"/>
            <a:ext cx="365760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60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</a:rPr>
              <a:t>● ● ●   /login</a:t>
            </a:r>
            <a:endParaRPr lang="en-US" sz="800" dirty="0"/>
          </a:p>
        </p:txBody>
      </p:sp>
      <p:pic>
        <p:nvPicPr>
          <p:cNvPr id="10" name="Image 0" descr="/home/claude/terrafit-ppt/Screenshot_2026-06-08_01262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316736"/>
            <a:ext cx="3621024" cy="2450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315968" y="1115568"/>
            <a:ext cx="3657600" cy="27432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42816" y="1042416"/>
            <a:ext cx="3657600" cy="2743200"/>
          </a:xfrm>
          <a:prstGeom prst="rect">
            <a:avLst/>
          </a:prstGeom>
          <a:solidFill>
            <a:srgbClr val="1A1A1A"/>
          </a:solidFill>
          <a:ln w="25400">
            <a:solidFill>
              <a:srgbClr val="2727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42816" y="1042416"/>
            <a:ext cx="365760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88536" y="1060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</a:rPr>
              <a:t>● ● ●   /login (forgot)</a:t>
            </a:r>
            <a:endParaRPr lang="en-US" sz="800" dirty="0"/>
          </a:p>
        </p:txBody>
      </p:sp>
      <p:pic>
        <p:nvPicPr>
          <p:cNvPr id="15" name="Image 1" descr="/home/claude/terrafit-ppt/Screenshot_2026-06-08_01263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61104" y="1316736"/>
            <a:ext cx="3621024" cy="24505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93776" y="3950208"/>
            <a:ext cx="1920240" cy="86868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3913632"/>
            <a:ext cx="192024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864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JWT Auth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4270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Token-based session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578608" y="3950208"/>
            <a:ext cx="1920240" cy="86868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542032" y="3913632"/>
            <a:ext cx="192024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633472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bcrypt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633472" y="4270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Hashed passwords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663440" y="3950208"/>
            <a:ext cx="1920240" cy="86868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626864" y="3913632"/>
            <a:ext cx="192024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718304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Google OAuth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718304" y="4270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Sign in with Google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748272" y="3950208"/>
            <a:ext cx="1920240" cy="86868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11696" y="3913632"/>
            <a:ext cx="192024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803136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📲 OTP Email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803136" y="4270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Via Brevo (Sendinblue)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819656" cy="25603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0A"/>
                </a:solidFill>
              </a:rPr>
              <a:t>06 TECH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2651760" cy="361188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2651760" cy="3611880"/>
          </a:xfrm>
          <a:prstGeom prst="rect">
            <a:avLst/>
          </a:prstGeom>
          <a:solidFill>
            <a:srgbClr val="1A2E1A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78992"/>
            <a:ext cx="2651760" cy="347472"/>
          </a:xfrm>
          <a:prstGeom prst="rect">
            <a:avLst/>
          </a:prstGeom>
          <a:solidFill>
            <a:srgbClr val="2A5A2A"/>
          </a:solidFill>
          <a:ln w="12700">
            <a:solidFill>
              <a:srgbClr val="2A5A2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0972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F000"/>
                </a:solidFill>
              </a:rPr>
              <a:t>FRONTEND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536192"/>
            <a:ext cx="2423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536192"/>
            <a:ext cx="36576" cy="64008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572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Next.js 14+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React Framework (App Router)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" y="2313432"/>
            <a:ext cx="2423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313432"/>
            <a:ext cx="36576" cy="64008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350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TypeScript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Type-safe language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090672"/>
            <a:ext cx="2423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090672"/>
            <a:ext cx="36576" cy="64008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CSS Modules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Scoped styling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3867912"/>
            <a:ext cx="2423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867912"/>
            <a:ext cx="36576" cy="64008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904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Context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Cart state management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1143000"/>
            <a:ext cx="2651760" cy="361188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37560" y="1078992"/>
            <a:ext cx="2651760" cy="3611880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1078992"/>
            <a:ext cx="2651760" cy="347472"/>
          </a:xfrm>
          <a:prstGeom prst="rect">
            <a:avLst/>
          </a:prstGeom>
          <a:solidFill>
            <a:srgbClr val="2A2A5A"/>
          </a:solidFill>
          <a:ln w="12700">
            <a:solidFill>
              <a:srgbClr val="2A2A5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10972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F000"/>
                </a:solidFill>
              </a:rPr>
              <a:t>BACKEND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47288" y="1536192"/>
            <a:ext cx="2423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47288" y="1536192"/>
            <a:ext cx="36576" cy="64008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1572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Node.js + Express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538728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REST API server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47288" y="2313432"/>
            <a:ext cx="2423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47288" y="2313432"/>
            <a:ext cx="36576" cy="64008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2350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Sequelize ORM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38728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MySQL database layer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47288" y="3090672"/>
            <a:ext cx="2423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47288" y="3090672"/>
            <a:ext cx="36576" cy="64008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38728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JWT + bcryptjs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538728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Auth &amp; security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47288" y="3867912"/>
            <a:ext cx="2423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2A2A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47288" y="3867912"/>
            <a:ext cx="36576" cy="64008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38728" y="3904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Razorpay SDK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38728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Payment gateway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63640" y="1143000"/>
            <a:ext cx="2651760" cy="361188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1078992"/>
            <a:ext cx="2651760" cy="3611880"/>
          </a:xfrm>
          <a:prstGeom prst="rect">
            <a:avLst/>
          </a:prstGeom>
          <a:solidFill>
            <a:srgbClr val="2E1A1A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1078992"/>
            <a:ext cx="2651760" cy="347472"/>
          </a:xfrm>
          <a:prstGeom prst="rect">
            <a:avLst/>
          </a:prstGeom>
          <a:solidFill>
            <a:srgbClr val="5A2A2A"/>
          </a:solidFill>
          <a:ln w="12700">
            <a:solidFill>
              <a:srgbClr val="5A2A2A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10972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F000"/>
                </a:solidFill>
              </a:rPr>
              <a:t>SERVICES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27648" y="1536192"/>
            <a:ext cx="2423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27648" y="1536192"/>
            <a:ext cx="36576" cy="64008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15727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 (XAMPP)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19088" y="1828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Relational database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27648" y="2313432"/>
            <a:ext cx="2423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27648" y="2313432"/>
            <a:ext cx="36576" cy="64008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19088" y="2350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OAuth 2.0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19088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Social sign-in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327648" y="3090672"/>
            <a:ext cx="2423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27648" y="3090672"/>
            <a:ext cx="36576" cy="64008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19088" y="31272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Brevo / Sendinblue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419088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Transactional email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27648" y="3867912"/>
            <a:ext cx="2423160" cy="640080"/>
          </a:xfrm>
          <a:prstGeom prst="rect">
            <a:avLst/>
          </a:prstGeom>
          <a:solidFill>
            <a:srgbClr val="000000"/>
          </a:solidFill>
          <a:ln w="12700">
            <a:solidFill>
              <a:srgbClr val="5A2A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27648" y="3867912"/>
            <a:ext cx="36576" cy="64008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19088" y="3904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Sheets API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419088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Order auto-sync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581912" cy="25603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0A"/>
                </a:solidFill>
              </a:rPr>
              <a:t>07 DATABASE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Database Design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12064" y="1152144"/>
            <a:ext cx="2651760" cy="269748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2651760" cy="2697480"/>
          </a:xfrm>
          <a:prstGeom prst="rect">
            <a:avLst/>
          </a:prstGeom>
          <a:solidFill>
            <a:srgbClr val="1A1A1A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78992"/>
            <a:ext cx="2651760" cy="347472"/>
          </a:xfrm>
          <a:prstGeom prst="rect">
            <a:avLst/>
          </a:prstGeom>
          <a:solidFill>
            <a:srgbClr val="1E3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F000"/>
                </a:solidFill>
              </a:rPr>
              <a:t>USER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481328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 (INT, AUTO)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(VARCHAR)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 (VARCHAR, UQ)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password (VARCHAR)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isAdmin (BOOLEAN)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resetPasswordOtp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createdAt / updatedAt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92424" y="1152144"/>
            <a:ext cx="2651760" cy="269748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078992"/>
            <a:ext cx="2651760" cy="2697480"/>
          </a:xfrm>
          <a:prstGeom prst="rect">
            <a:avLst/>
          </a:prstGeom>
          <a:solidFill>
            <a:srgbClr val="1A1A1A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078992"/>
            <a:ext cx="2651760" cy="347472"/>
          </a:xfrm>
          <a:prstGeom prst="rect">
            <a:avLst/>
          </a:prstGeom>
          <a:solidFill>
            <a:srgbClr val="1E3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097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F000"/>
                </a:solidFill>
              </a:rPr>
              <a:t>ORDER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47288" y="1481328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 (INT, AUTO)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userId (INT)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 (JSON)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totalAmount (DECIMAL)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shippingDetails (JSON)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razorpayOrderId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status: pending/paid/failed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72784" y="1152144"/>
            <a:ext cx="2651760" cy="269748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78992"/>
            <a:ext cx="2651760" cy="2697480"/>
          </a:xfrm>
          <a:prstGeom prst="rect">
            <a:avLst/>
          </a:prstGeom>
          <a:solidFill>
            <a:srgbClr val="1A1A1A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078992"/>
            <a:ext cx="2651760" cy="347472"/>
          </a:xfrm>
          <a:prstGeom prst="rect">
            <a:avLst/>
          </a:prstGeom>
          <a:solidFill>
            <a:srgbClr val="1E3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097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8F000"/>
                </a:solidFill>
              </a:rPr>
              <a:t>PRODUCT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27648" y="1481328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id (INT, AUTO)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 (VARCHAR)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price (INT)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 (TEXT)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 (VARCHAR)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 (VARCHAR)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sizes (JSON) / stock (INT)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08960" y="2194560"/>
            <a:ext cx="228600" cy="36576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2194560"/>
            <a:ext cx="228600" cy="36576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13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 : N  (User places many Orders)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Order stores Products as JSON items array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3913632"/>
            <a:ext cx="22860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C8F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977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000"/>
                </a:solidFill>
              </a:rPr>
              <a:t>MySQL 8.0  ·  Sequelize ORM  ·  XAMPP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82880"/>
            <a:ext cx="1581912" cy="25603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0A"/>
                </a:solidFill>
              </a:rPr>
              <a:t>08 FEATURES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0352" y="1115568"/>
            <a:ext cx="3474720" cy="32004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42416"/>
            <a:ext cx="3474720" cy="320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42416"/>
            <a:ext cx="3474720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607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99"/>
                </a:solidFill>
              </a:rPr>
              <a:t>● ● ●   /contact</a:t>
            </a:r>
            <a:endParaRPr lang="en-US" sz="800" dirty="0"/>
          </a:p>
        </p:txBody>
      </p:sp>
      <p:pic>
        <p:nvPicPr>
          <p:cNvPr id="10" name="Image 0" descr="/home/claude/terrafit-ppt/Screenshot_2026-06-08_01162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" y="1316736"/>
            <a:ext cx="3438144" cy="29077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97096" y="1078992"/>
            <a:ext cx="2286000" cy="10515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60520" y="1042416"/>
            <a:ext cx="228600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60520" y="1042416"/>
            <a:ext cx="36576" cy="105156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5196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754880" y="1097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Multi-mode Auth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54880" y="13898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</a:rPr>
              <a:t>Email + Google + OTP recovery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620256" y="1078992"/>
            <a:ext cx="2286000" cy="10515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83680" y="1042416"/>
            <a:ext cx="228600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0" y="1042416"/>
            <a:ext cx="36576" cy="105156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78040" y="1097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Live Payments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178040" y="138988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</a:rPr>
              <a:t>Razorpay INR — UPI/Cards/Net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197096" y="2267712"/>
            <a:ext cx="2286000" cy="10515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160520" y="2231136"/>
            <a:ext cx="228600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160520" y="2231136"/>
            <a:ext cx="36576" cy="105156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5196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75488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Sheets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54880" y="25786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</a:rPr>
              <a:t>Auto order sync for business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620256" y="2267712"/>
            <a:ext cx="2286000" cy="10515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0" y="2231136"/>
            <a:ext cx="228600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583680" y="2231136"/>
            <a:ext cx="36576" cy="105156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7512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717804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 OTP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178040" y="25786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</a:rPr>
              <a:t>Brevo transactional delivery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197096" y="3456432"/>
            <a:ext cx="2286000" cy="10515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60520" y="3419856"/>
            <a:ext cx="228600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160520" y="3419856"/>
            <a:ext cx="36576" cy="105156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25196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🛒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4754880" y="3474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Cart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754880" y="37673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</a:rPr>
              <a:t>Context-based state, qty control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620256" y="3456432"/>
            <a:ext cx="2286000" cy="10515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583680" y="3419856"/>
            <a:ext cx="228600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583680" y="3419856"/>
            <a:ext cx="36576" cy="105156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67512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7178040" y="3474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HMAC Verify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178040" y="376732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99"/>
                </a:solidFill>
              </a:rPr>
              <a:t>Razorpay signature verification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"/>
            <a:ext cx="1819656" cy="256032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0A"/>
                </a:solidFill>
              </a:rPr>
              <a:t>09 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Future Scope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93776" y="1545336"/>
            <a:ext cx="4114800" cy="17373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411480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36576" cy="173736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727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F000"/>
                </a:solidFill>
              </a:rPr>
              <a:t>WHAT WAS ACHIEVED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865376"/>
            <a:ext cx="109728" cy="109728"/>
          </a:xfrm>
          <a:prstGeom prst="ellipse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288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Production-ready full-stack e-commerce platform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112264"/>
            <a:ext cx="109728" cy="109728"/>
          </a:xfrm>
          <a:prstGeom prst="ellipse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0756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Secure JWT + Google OAuth + OTP authentication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359152"/>
            <a:ext cx="109728" cy="109728"/>
          </a:xfrm>
          <a:prstGeom prst="ellipse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3225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Live Razorpay payment with HMAC verification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606040"/>
            <a:ext cx="109728" cy="109728"/>
          </a:xfrm>
          <a:prstGeom prst="ellipse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5694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Auto Google Sheets order sync for business ops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852928"/>
            <a:ext cx="109728" cy="109728"/>
          </a:xfrm>
          <a:prstGeom prst="ellipse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8163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RESTful API with Sequelize ORM + MySQL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91456" y="1545336"/>
            <a:ext cx="3931920" cy="17373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508760"/>
            <a:ext cx="3931920" cy="1737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5727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8F000"/>
                </a:solidFill>
              </a:rPr>
              <a:t>FUTURE ENHANCEMENTS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1865376"/>
            <a:ext cx="109728" cy="10972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828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Admin Dashboard with analytics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112264"/>
            <a:ext cx="109728" cy="10972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0756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Product Reviews &amp; Ratings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359152"/>
            <a:ext cx="109728" cy="10972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3225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AI Product Recommendations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606040"/>
            <a:ext cx="109728" cy="10972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5694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Real-Time Stock Management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2852928"/>
            <a:ext cx="109728" cy="10972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28163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</a:rPr>
              <a:t>PWA / React Native Mobile App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" y="3401568"/>
            <a:ext cx="8229600" cy="150876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364992"/>
            <a:ext cx="8229600" cy="1508760"/>
          </a:xfrm>
          <a:prstGeom prst="rect">
            <a:avLst/>
          </a:prstGeom>
          <a:solidFill>
            <a:srgbClr val="0D1A00"/>
          </a:solidFill>
          <a:ln w="12700">
            <a:solidFill>
              <a:srgbClr val="2727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364992"/>
            <a:ext cx="8229600" cy="36576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4747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800" dirty="0">
                <a:solidFill>
                  <a:srgbClr val="C8F000"/>
                </a:solidFill>
              </a:rPr>
              <a:t>TERRA FIT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40080" y="4005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</a:rPr>
              <a:t>Premium Activewear · E-Commerce Platform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43159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</a:rPr>
              <a:t>Next.js · Node.js · MySQL · Razorpay · Google OAuth · Brevo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32320" y="3547872"/>
            <a:ext cx="1371600" cy="502920"/>
          </a:xfrm>
          <a:prstGeom prst="rect">
            <a:avLst/>
          </a:prstGeom>
          <a:solidFill>
            <a:srgbClr val="C8F000"/>
          </a:solidFill>
          <a:ln w="12700">
            <a:solidFill>
              <a:srgbClr val="C8F00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35478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A0A"/>
                </a:solidFill>
              </a:rPr>
              <a:t>THANK YOU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742</Words>
  <Application>Microsoft Office PowerPoint</Application>
  <PresentationFormat>On-screen Show (16:9)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TerraFit — Premium Activewear E-Commerce</dc:title>
  <dc:subject>PptxGenJS Presentation</dc:subject>
  <dc:creator>PptxGenJS</dc:creator>
  <cp:lastModifiedBy>Sooryathejus K</cp:lastModifiedBy>
  <cp:revision>1</cp:revision>
  <dcterms:created xsi:type="dcterms:W3CDTF">2026-06-07T20:00:33Z</dcterms:created>
  <dcterms:modified xsi:type="dcterms:W3CDTF">2026-06-07T20:05:32Z</dcterms:modified>
</cp:coreProperties>
</file>